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áo cáo tiến độ" id="{26871844-3ADA-F639-CFBA-CCB6D949FB05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Số phiếu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D5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EF52-4337-89C0-3445EC17F3FA}"/>
              </c:ext>
            </c:extLst>
          </c:dPt>
          <c:dPt>
            <c:idx val="1"/>
            <c:bubble3D val="0"/>
            <c:spPr>
              <a:solidFill>
                <a:srgbClr val="C8553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EF52-4337-89C0-3445EC17F3FA}"/>
              </c:ext>
            </c:extLst>
          </c:dPt>
          <c:dPt>
            <c:idx val="2"/>
            <c:bubble3D val="0"/>
            <c:spPr>
              <a:solidFill>
                <a:srgbClr val="8FB3B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EF52-4337-89C0-3445EC17F3F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52-4337-89C0-3445EC17F3F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52-4337-89C0-3445EC17F3F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F52-4337-89C0-3445EC17F3F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Đang mượn</c:v>
                </c:pt>
                <c:pt idx="1">
                  <c:v>Quá hạn</c:v>
                </c:pt>
                <c:pt idx="2">
                  <c:v>Đã trả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F52-4337-89C0-3445EC17F3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F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8759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10/20/30: slide này là 1 trong 10 slide (10% bài báo cáo), trình bày khoảng 2 phút trong bài 20 phút, cỡ chữ từ 30pt trở lên khi trình chiếu. Ý chính: sau khi chuẩn hóa bảng và nối VLOOKUP, 4 phiếu mượn tháng 10 gồm 2 đang mượn, 1 quá hạn, 1 đã trả. Phiếu quá hạn là SV002, chiếm 25%. Mã S099 của SV004 cần được bổ sung vào danh mục sách.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Tháng 10 có 1 trong 4 phiếu mượn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đã quá hạn</a:t>
            </a:r>
            <a:endParaRPr lang="en-US" sz="3400" dirty="0"/>
          </a:p>
        </p:txBody>
      </p:sp>
      <p:sp>
        <p:nvSpPr>
          <p:cNvPr id="3" name="Con so noi bat"/>
          <p:cNvSpPr txBox="1"/>
          <p:nvPr/>
        </p:nvSpPr>
        <p:spPr>
          <a:xfrm>
            <a:off x="457200" y="17373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8800" dirty="0"/>
          </a:p>
        </p:txBody>
      </p:sp>
      <p:sp>
        <p:nvSpPr>
          <p:cNvPr id="4" name="Nhan con so"/>
          <p:cNvSpPr txBox="1"/>
          <p:nvPr/>
        </p:nvSpPr>
        <p:spPr>
          <a:xfrm>
            <a:off x="457200" y="3108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phiếu mượn đã quá hạn (1/4)</a:t>
            </a:r>
            <a:endParaRPr lang="en-US" sz="2200" dirty="0"/>
          </a:p>
        </p:txBody>
      </p:sp>
      <p:sp>
        <p:nvSpPr>
          <p:cNvPr id="5" name="Chi tiet phieu qua han"/>
          <p:cNvSpPr txBox="1"/>
          <p:nvPr/>
        </p:nvSpPr>
        <p:spPr>
          <a:xfrm>
            <a:off x="457200" y="3657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SV002 Trần Thị Bình, sách Giải Tích 1, mượn ngày 03/10/2026</a:t>
            </a:r>
            <a:endParaRPr lang="en-US" sz="1400" dirty="0"/>
          </a:p>
        </p:txBody>
      </p:sp>
      <p:graphicFrame>
        <p:nvGraphicFramePr>
          <p:cNvPr id="6" name="Bieu do donut tinh trang"/>
          <p:cNvGraphicFramePr/>
          <p:nvPr/>
        </p:nvGraphicFramePr>
        <p:xfrm>
          <a:off x="4663440" y="1645920"/>
          <a:ext cx="4023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Ghi chu S099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Mã sách S099 (SV004) chưa có trong danh mục, nên cột Tên Sách hiển thị "Không tìm thấy sách".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uVien">
  <a:themeElements>
    <a:clrScheme name="ThuVien">
      <a:dk1>
        <a:srgbClr val="1F2933"/>
      </a:dk1>
      <a:lt1>
        <a:srgbClr val="FFFFFF"/>
      </a:lt1>
      <a:dk2>
        <a:srgbClr val="1B4D5C"/>
      </a:dk2>
      <a:lt2>
        <a:srgbClr val="EEF3F4"/>
      </a:lt2>
      <a:accent1>
        <a:srgbClr val="1B4D5C"/>
      </a:accent1>
      <a:accent2>
        <a:srgbClr val="C8553D"/>
      </a:accent2>
      <a:accent3>
        <a:srgbClr val="8FB3BD"/>
      </a:accent3>
      <a:accent4>
        <a:srgbClr val="E0A458"/>
      </a:accent4>
      <a:accent5>
        <a:srgbClr val="5B7C8A"/>
      </a:accent5>
      <a:accent6>
        <a:srgbClr val="A7BEAE"/>
      </a:accent6>
      <a:hlink>
        <a:srgbClr val="1B4D5C"/>
      </a:hlink>
      <a:folHlink>
        <a:srgbClr val="5B7C8A"/>
      </a:folHlink>
    </a:clrScheme>
    <a:fontScheme name="ThuVi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Trình chiếu Trên màn hình (16:9)</PresentationFormat>
  <Paragraphs>11</Paragraphs>
  <Slides>1</Slides>
  <Notes>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4" baseType="lpstr">
      <vt:lpstr>Arial</vt:lpstr>
      <vt:lpstr>Cambria</vt:lpstr>
      <vt:lpstr>ThuVien</vt:lpstr>
      <vt:lpstr>Tháng 10 có 1 trong 4 phiếu mượn đã quá hạn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độ: phiếu mượn sách tháng 10</dc:title>
  <dc:subject>PptxGenJS Presentation</dc:subject>
  <dc:creator>PptxGenJS</dc:creator>
  <cp:lastModifiedBy>Khiêm Lê</cp:lastModifiedBy>
  <cp:revision>1</cp:revision>
  <dcterms:created xsi:type="dcterms:W3CDTF">2026-10-21T07:13:31Z</dcterms:created>
  <dcterms:modified xsi:type="dcterms:W3CDTF">2026-10-21T10:16:42Z</dcterms:modified>
</cp:coreProperties>
</file>